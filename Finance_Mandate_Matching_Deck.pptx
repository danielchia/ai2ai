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thumbnail" Target="docProps/thumbnail.jpeg"/>
  <Relationship Id="rId3" Type="http://schemas.openxmlformats.org/package/2006/relationships/metadata/core-properties" Target="docProps/core.xml"/>
  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slide" Target="slides/slide2.xml"/>
  <Relationship Id="rId9" Type="http://schemas.openxmlformats.org/officeDocument/2006/relationships/slide" Target="slides/slide3.xml"/>
  <Relationship Id="rId10" Type="http://schemas.openxmlformats.org/officeDocument/2006/relationships/slide" Target="slides/slide4.xml"/>
  <Relationship Id="rId11" Type="http://schemas.openxmlformats.org/officeDocument/2006/relationships/slide" Target="slides/slide5.xml"/>
  <Relationship Id="rId12" Type="http://schemas.openxmlformats.org/officeDocument/2006/relationships/slide" Target="slides/slide6.xml"/>
  <Relationship Id="rId13" Type="http://schemas.openxmlformats.org/officeDocument/2006/relationships/slide" Target="slides/slide7.xml"/>
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</Relationships>
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8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0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Gstack for Investors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A896"/>
                </a:solidFill>
              </a:defRPr>
            </a:pPr>
            <a:r>
              <a:t>AI2AI Investor Mandates Across All Asset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Gstack Parallel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What Garry Tan did for startup fundraising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Gstack standardized how startups should pitch to VCs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Six forcing questions that optimize founders to Y Combinator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Thousands of founders use it. Scaled to every VC in the world.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A896"/>
                </a:solidFill>
              </a:defRPr>
            </a:pPr>
            <a:r>
              <a:t>We’re building Gstack for institutional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Standardize what capital providers want in every mandate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Make it machine-readable. Enable AI-to-AI matching.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Start with trade receivables. Scale to every capital 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Problem: LinkLogis Case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LinkLogis: $500K/year spent on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Team of 3 people fully dedicated to screening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3 months to close first trade receivable deal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3 conf calls + compliance and KYC screening needed for first deal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The Real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Their mandate buried in emails and RM conversations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Traders don’t know what they want until a 3-person team 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Trader AIs can’t optimize without a standardized mandate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Solution: Three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Layer 1: Mandate Standardization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Capital providers publish machine-readable mandates (not emails)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Structured requirements: return target, duration, ticket size, geography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Layer 2: AI-to-AI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Trader AIs read mandates and prepare deal applications to 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Investor AIs validate and approve instantly, no manual screening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A896"/>
                </a:solidFill>
              </a:defRPr>
            </a:pPr>
            <a:r>
              <a:t>Layer 3: Compliance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Proprietary agents trained to advise on settlement and legal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Trade finance: $2.5T global, $500B+ APAC unmet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Real estate, private equity, commodities: trillions more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The real TAM: Institutional capital deployment globally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Every fund, PE, real estate firm, institutional investor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Every one struggles with deal flow quality + velocity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Why now: Stablecoin + AI enable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Noxlabs smart contracts handle settlement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AI agents can read and reason about mandates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Technology: Mandate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Noxlabs: Smart contract settlement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Handles asset settlement in stablecoin (T+0)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Works across any asset type (receivables, tokenized RWAs, etc.)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Mandate Matching Lab: Distribution +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Capital providers publish mandates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Trader AIs access and prep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Pre-screening and validation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Brickken: KYC/AML + Tokenization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Compliance automation for regulated assets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Pilot: Trade Receivables (6 Months)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Phase 1 (Month 1-2): Build +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Mandate matching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Noxlabs smart contract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Regulatory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Phase 2 (Month 3): Launch with LinkLogis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LinkLogis publishes mandate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10 traders on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Phase 3 (Month 4-6): Prove and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20-50 closed deals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Prove unit economics ($100K-$500K revenue)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900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Add 1-2 additional capital providers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Post-Pilot: Scale to Any Asset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Year 1: Trade receivables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50+ capital providers published mandates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$50M+ deal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Year 2: Real estate + commodities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Same mandate matching, different settlement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Year 3+: Infrastructure layer for institutional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Any capital provider, any asset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Network effect: more mandates = more deal sourcing teams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Unit Economics (Pilot Phase)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Revenue model: Transaction fees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0.5-1% per closed deal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Year 1 trade receivables: $100K-$500K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Scaling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Each new asset class = lower marginal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Mandate infrastructure = platform leverage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Why Noxlabs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Smart contracts enable settlement for ANY asset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Each mandate = Noxlabs infrastructure licensing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00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Each transaction = Noxlabs settlement fees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Ask: $500K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Structure: Finance Mandate Matching Lab (separate entity)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Platform build ($120K)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BD and capital provider onboarding ($100K)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Noxlabs smart contract integration ($75K)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Operations, legal, compliance ($130K)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Runway and contingency ($75K)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Noxlabs Should Back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Market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Proof that smart contracts solve institutional settlement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Real transaction volume, real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Infrastructure layer for Noxlabs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Mandate matching = gateway to asset settlement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Every capital provider who joins = licensing + per-transaction 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Repeatable across geographies and asset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Asia beachhead, then global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Finance Mandate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A896"/>
                </a:solidFill>
              </a:defRPr>
            </a:pPr>
            <a:r>
              <a:t>The infrastructure layer for institutional capital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