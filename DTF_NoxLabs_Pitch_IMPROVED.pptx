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AI-to-AI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A896"/>
                </a:solidFill>
              </a:defRPr>
            </a:pPr>
            <a:r>
              <a:t>Infrastructure for Global Trade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Problem: Information Asymmetry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Traders do not know what investors want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Manual negotiations take 30-120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Investor mandates buried in emails, not machine-readable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Mismatches lead to deal rejection or margin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Investors waste resources screening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Unqualified applications clutter 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Deal velocity is the bottleneck, not capital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Solution: AI-to-AI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Capital providers publish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Mandates become machine-readable 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Traders AI reads and prepares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Read mandate specs, prep docs, structure perfectly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Capital provider AI decides in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Approve or decline instantly, no back-and-forth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Traders get fast yes/no and higher approval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Investors get pre-screened deals and deal velocity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$2.5T global trade finance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$500B+ APAC unmet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30-120 days current deal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Zero regulated T+0 trade finance in Asia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Technology: Noxlabs + Brickken + DTF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Noxlabs: Smart Contract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Mandate execution logic (auto-validate applications)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Stablecoin settlement T+0, no FX friction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Brickken: Tokenization and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KYC/AML automation (solves compliance bottleneck)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Asset tokenization on-chain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DTF: Mandate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Distribute mandates to trader 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Pre-screening and validation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Unit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Revenue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Transaction fee when deals close (0.5-1% per deal)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Year 1 pilot: 20-50 deals = $100K-$500K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Scaling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LinkLogis first customer (already committed)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Add 2-3 more capital providers in Year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Network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More providers = more trader 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More traders = more capital provider adoption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Execution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Month 1-2: Platform Build + Regulatory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Month 3: LinkLogis Mandate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Month 4-6: Sign 2 More Capital Providers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Result: 20-50 closed deals, prove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Ask: $500K Seed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Structure: Trade Finance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New operating entity (separate from DTF)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Ownership: You 65% + Noxlabs 25% + Investor 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Use of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1 Full-stack engineer ($120K)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BD and capital provider onboarding ($100K)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Noxlabs smart contract development ($75K)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Operations, legal, compliance ($130K)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Runway and contingency ($75K)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7"/>
          </a:solidFill>
          <a:ln>
            <a:solidFill>
              <a:srgbClr val="0F2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This Matters for Noxlabs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Market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Proves smart contracts work at institutional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Real settlement volume, real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Repeatable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Asia beachhead - $500B unmet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Scales to India, Thailand, Vietnam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2D47"/>
                </a:solidFill>
              </a:defRPr>
            </a:pPr>
            <a:r>
              <a:t>Revenue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Each capital provider = infrastructure licensing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Transaction volume drives settlement fees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AI-to-AI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A896"/>
                </a:solidFill>
              </a:defRPr>
            </a:pPr>
            <a:r>
              <a:t>The standard for global trade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